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1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FF"/>
    <a:srgbClr val="E3ED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42" autoAdjust="0"/>
    <p:restoredTop sz="94660"/>
  </p:normalViewPr>
  <p:slideViewPr>
    <p:cSldViewPr snapToGrid="0">
      <p:cViewPr varScale="1">
        <p:scale>
          <a:sx n="83" d="100"/>
          <a:sy n="83" d="100"/>
        </p:scale>
        <p:origin x="7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C5232-37C6-4E6A-90C1-0FFEE7DE1D8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1CBBE-7A89-4A0C-BDED-306C13EFE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583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E259F-C2E9-EE92-6E16-3E65773095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53BDC8-DF35-09A6-28E6-404377C32E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E531B-4804-D332-E868-E3DCDBE73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E4-6B21-4E99-BB2B-D81E1D56BAB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A4DE-6331-2E73-DFB6-DF252E353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245DE-C514-5084-18D1-B1CAF468B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160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30832-C4D8-6A54-BF7F-87093BAF0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0BF02-F162-F13D-B78D-2442D3A08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A926-1A0F-36C3-2D73-CEF3A264F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E4-6B21-4E99-BB2B-D81E1D56BAB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B6475-8523-F37B-F493-56954D394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28C07-E7F3-0AC6-82AA-EA0C5EA7B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499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42F02-486B-C672-35B8-430E102C5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0CF943-1625-2BFB-9878-2591A4F22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DE479-F5B2-07E2-B6C1-2AC476451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E4-6B21-4E99-BB2B-D81E1D56BAB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ED1EB-592E-F59E-5074-9EF7830CC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C8185-3AED-A328-3869-3E9D35B41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84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7B9CF-62F7-9253-2834-B25012F3F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3E648-99BA-E7E6-23B0-0F795C0E84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064178-575C-3F84-C769-0C73F26E78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508BFD-5203-89A5-7800-1BD859BBF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E4-6B21-4E99-BB2B-D81E1D56BAB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A9258-1F28-C9B2-08F3-8F2A454A7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F04145-395F-42B5-A056-859567B32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616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C1829-4E02-B6BB-543A-63E185729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D11D4-7BFC-99F2-785E-50B3F5F35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0B5D8-65E5-5A44-CB2F-6CD80DE228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9A812B-D488-4208-1C47-4FF7DDBAC1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5E8449-2ADA-D1C9-2507-9A2E58CFA0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D017E8-38FD-F99F-A25E-4C6463EA6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E4-6B21-4E99-BB2B-D81E1D56BAB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AFADAB-0AC4-0A73-3319-249790F2D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ED4A47-4918-6BCB-E426-B48686BBA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39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95180-D99C-005D-3FEA-635393D21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4C5910-FBA7-0ACD-52B0-55FD5813B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E4-6B21-4E99-BB2B-D81E1D56BAB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DB7CC7-D5E4-E1A0-231A-6F8834E96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3347D8-EE87-D56C-F498-A25122B04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517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CA60D4-F8F3-778A-91BF-F05F72A98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E4-6B21-4E99-BB2B-D81E1D56BAB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5FEE46-896B-2EEC-6BD2-5FADAABC4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3C3EE-60EF-8ABC-1CD6-A047E0150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6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DF3F0-3080-36A3-2AB9-D9F01DB22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EAE82-AAE9-DFEC-2401-3ACBBCB1E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9E7231-9C88-3CFB-CFC8-E062E95FC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160AE-CCE1-9307-59EA-F0C77F87A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E4-6B21-4E99-BB2B-D81E1D56BAB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EEA5F0-8991-7FEF-93D2-90073FBCA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BAF9AC-23ED-0D6B-6667-30459D018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514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99727-9CA3-D7F0-41A1-EF6E81BA0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1A4991-4B6F-9E57-2ACA-0D8D38049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59B458-EDCD-48C8-43C5-F915F68AC4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DFB9D-9847-8268-36E7-CEE0F21CB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E4-6B21-4E99-BB2B-D81E1D56BAB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02EAFA-4F6E-1CB1-E6F2-5992218BD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332C85-CE0A-1E65-AD24-F1AA5D68A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15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61F7A-6B89-AE75-A639-FDFEB8EEE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7C9B98-DD78-26E6-904F-80E6A1933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9E2F8-65E8-A2E6-BAEB-5402ACDFF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E4-6B21-4E99-BB2B-D81E1D56BAB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9838A-7B3D-6682-3C5B-74737DB87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8CE2C-2A3D-04C0-2FC7-EAAC9B159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26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E423B0-A9B8-9898-AC86-2E9EE09A1D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9C30CD-9713-2CFB-7C11-5005F0435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9CF6F-2795-8BBC-2CE7-8ABFFA5D0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D38E4-6B21-4E99-BB2B-D81E1D56BAB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A762C-7FC2-4AA8-33F0-C1BEF04DA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0F79F-17E8-A85C-5165-8AAAEA5B1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406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F84A5-82DA-F743-F896-3DB202A9F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C104E-50F1-A4EE-FF87-74B5FC14F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63E66-BF71-7363-02A7-7C3367E412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4D38E4-6B21-4E99-BB2B-D81E1D56BAB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15E1E-71A0-DB2F-5272-57291BCF1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58387-A0F3-AF85-390A-5308B8F991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216059-9519-4FDE-AEC0-77984AD57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255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110F5-6F6D-413E-FC99-133EC870D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205600-C9D5-BF66-8F6E-463428740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5" y="0"/>
            <a:ext cx="12170195" cy="24843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3AD828-8932-6382-DF96-7BA2024F2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145" y="2860620"/>
            <a:ext cx="9411855" cy="32361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88159E-AA0E-0E2C-AA7A-D9F15E431F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1165" y="2565383"/>
            <a:ext cx="1850690" cy="35313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C64395-3F8F-CC4A-1A0E-29DC72638E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05" y="6365243"/>
            <a:ext cx="12192000" cy="492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637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abang muslim</dc:creator>
  <cp:lastModifiedBy>abang muslim</cp:lastModifiedBy>
  <cp:revision>38</cp:revision>
  <dcterms:created xsi:type="dcterms:W3CDTF">2025-03-06T22:28:12Z</dcterms:created>
  <dcterms:modified xsi:type="dcterms:W3CDTF">2026-04-21T08:05:10Z</dcterms:modified>
</cp:coreProperties>
</file>